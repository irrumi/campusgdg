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7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B358-3315-4B12-BD76-9C9B3359F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A33D2-2BC0-457D-AAF0-6E434741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452F1-3941-4782-92E1-384DBB68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FC1DD-163C-40B7-B139-AA778CE8C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FFE94-5F4F-42DE-9733-0147B843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2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BDCB-C82C-4E54-9AE6-B8CCEDCB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43EB1-D4F2-4497-9F2D-C876186A4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72A33-AB85-4DF1-886B-C25EC5EC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C9C73-E8D6-48B3-BE12-283EB3B3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D1332-6193-4805-9D1F-DB270307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3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703B-A604-4D2F-B0E0-B71A2024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AADB2-1BAC-4674-B7C7-24FC219E7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9D00C-2131-4696-96C5-FC41FF699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D426C-EDB9-4378-870B-46F91DFA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273EA-CBF5-4E0F-8019-75B32F72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3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E355-F6DB-4977-8251-64E64557B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EF96C-28AB-4530-9AC3-3D92A3B12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93E0D-478F-46E4-8C68-0314ED442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C4F17-8FC4-436D-B4D1-1720B6491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C8797-C6D6-4A62-8314-1D338A5F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49A8C-3551-4BFA-8272-243E633D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9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ABDA1-5A7C-434E-897F-ADE41A4E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B28F5-5F6A-493A-A33A-E608BBD58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3157D-3C0D-4391-AA9C-BA1D94F5B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0027B-96D4-496D-9B81-ADB438115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9A352-CB11-4184-86B6-78FCAF3E8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7F420-53E6-409F-A61A-C2097068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96268C-248B-456D-ADD6-6B0606FE5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9EBA4-F6DC-4C0E-9550-EB3488482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13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DA421-521A-465C-AB74-91BDFD15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29370-D551-44EC-BE98-13632DB8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7A4AA-CA42-4CEA-9A88-8CCC517F9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6AB8C-B82E-4467-99B1-C475ADD8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82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02930-28C1-4892-8607-5DFE6347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E0FF9-D671-48A0-AE0D-86C5BCF5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4C3A6-E7DC-4177-909D-4CD54702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6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68A5-27E7-43E6-8A53-6D977FBF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5D39E-846C-4DEA-889E-9221129E5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F9DDC-8E15-47E0-9CC4-642975E68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5E327-944C-4EE3-9741-5DA3B34A0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3E356-653F-4F4A-B7D2-7A17AFD6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577A3-EA89-4127-9B95-27B3CBBE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6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7729B-7552-441D-94DE-006F156A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35B71D-BB48-450C-8CC9-3618622EB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4602F-F3DB-43F6-8DC8-FDC7D65D3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241B2-5BDE-402D-BDDF-45FEF86E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07744-2D5B-4971-A9D1-3830DC79E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078BC-A52B-47CC-BCB7-F3936F16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3F02-8054-40F2-9D18-C11BC431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582ED-93FC-4603-9039-FBD8390ED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30A33-C5D0-4EDC-A5F0-8D2AFB78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E4E00-DFDA-4F2F-955C-76AED181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C8B97-2E43-4D84-AC4E-DBFBFC86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7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B002E9-B72C-48C5-A857-55DBF5EFD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85A53-DAFE-485E-BF0E-8B7035F60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E5D4B-4575-4D05-964A-C6165D7A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C7E2-7865-4252-BC1C-42FFEEDC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E19CD-642F-456E-BFD3-50D95C8D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3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06354-C175-4690-9E3F-73A47E71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5BF9E-043A-49D1-8F0A-A80641EE4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739-8093-49AD-93AD-32B45B37F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54FA2-1E42-4719-AF6B-E3A72DE230A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EA67D-82F3-4007-AAAE-E0E94B559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38303-BFBC-4D55-BF1B-F5FF8731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6B589-F5CD-44E6-BA54-80996CF4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4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39167B-B909-47B7-86ED-D18A3288D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36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924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</dc:creator>
  <cp:lastModifiedBy>Muha</cp:lastModifiedBy>
  <cp:revision>2</cp:revision>
  <dcterms:created xsi:type="dcterms:W3CDTF">2026-10-18T09:07:22Z</dcterms:created>
  <dcterms:modified xsi:type="dcterms:W3CDTF">2026-10-18T11:45:39Z</dcterms:modified>
</cp:coreProperties>
</file>